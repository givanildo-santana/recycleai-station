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8528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1872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1226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809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524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271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166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4768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7225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814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7140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653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68157"/>
            <a:ext cx="8229600" cy="1596615"/>
          </a:xfrm>
        </p:spPr>
        <p:txBody>
          <a:bodyPr>
            <a:normAutofit/>
          </a:bodyPr>
          <a:lstStyle/>
          <a:p>
            <a:pPr algn="ctr"/>
            <a:r>
              <a:rPr lang="pt-BR" dirty="0"/>
              <a:t>Desenvolvimento do Sistema de Triagem de Resíduos Utilizando IA e Visão Computacional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972233"/>
            <a:ext cx="8229600" cy="2487562"/>
          </a:xfrm>
        </p:spPr>
        <p:txBody>
          <a:bodyPr>
            <a:normAutofit/>
          </a:bodyPr>
          <a:lstStyle/>
          <a:p>
            <a:endParaRPr dirty="0"/>
          </a:p>
          <a:p>
            <a:pPr marL="0" indent="0">
              <a:buNone/>
            </a:pPr>
            <a:r>
              <a:rPr sz="2400" dirty="0"/>
              <a:t>Clayton Maciel Tancredo</a:t>
            </a:r>
          </a:p>
          <a:p>
            <a:pPr marL="0" indent="0">
              <a:buNone/>
            </a:pPr>
            <a:r>
              <a:rPr sz="2400" dirty="0"/>
              <a:t>Givanildo Santana Ribeiro</a:t>
            </a:r>
          </a:p>
          <a:p>
            <a:pPr marL="0" indent="0">
              <a:buNone/>
            </a:pPr>
            <a:r>
              <a:rPr sz="2400" dirty="0"/>
              <a:t>Luis Felipe Nassif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 do Projeto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 </a:t>
            </a:r>
            <a:r>
              <a:rPr dirty="0" err="1"/>
              <a:t>Desenvolver</a:t>
            </a:r>
            <a:r>
              <a:rPr dirty="0"/>
              <a:t> um </a:t>
            </a:r>
            <a:r>
              <a:rPr dirty="0" err="1"/>
              <a:t>sistema</a:t>
            </a:r>
            <a:r>
              <a:rPr dirty="0"/>
              <a:t> </a:t>
            </a:r>
            <a:r>
              <a:rPr dirty="0" err="1"/>
              <a:t>automatizado</a:t>
            </a:r>
            <a:r>
              <a:rPr dirty="0"/>
              <a:t> de </a:t>
            </a:r>
            <a:r>
              <a:rPr dirty="0" err="1"/>
              <a:t>triagem</a:t>
            </a:r>
            <a:r>
              <a:rPr dirty="0"/>
              <a:t> de </a:t>
            </a:r>
            <a:r>
              <a:rPr dirty="0" err="1"/>
              <a:t>resíduos</a:t>
            </a:r>
            <a:r>
              <a:rPr lang="pt-BR" dirty="0"/>
              <a:t> u</a:t>
            </a:r>
            <a:r>
              <a:rPr dirty="0" err="1"/>
              <a:t>tilizando</a:t>
            </a:r>
            <a:r>
              <a:rPr dirty="0"/>
              <a:t> IA </a:t>
            </a:r>
            <a:r>
              <a:rPr lang="pt-BR" dirty="0"/>
              <a:t>e </a:t>
            </a:r>
            <a:r>
              <a:rPr dirty="0" err="1"/>
              <a:t>Visão</a:t>
            </a:r>
            <a:r>
              <a:rPr dirty="0"/>
              <a:t> </a:t>
            </a:r>
            <a:r>
              <a:rPr dirty="0" err="1"/>
              <a:t>Computacional</a:t>
            </a:r>
            <a:r>
              <a:rPr lang="pt-BR" dirty="0"/>
              <a:t>.</a:t>
            </a:r>
          </a:p>
          <a:p>
            <a:pPr marL="0" indent="0">
              <a:buNone/>
            </a:pPr>
            <a:r>
              <a:rPr lang="pt-BR" dirty="0"/>
              <a:t>Criando assim uma s</a:t>
            </a:r>
            <a:r>
              <a:rPr dirty="0" err="1"/>
              <a:t>olução</a:t>
            </a:r>
            <a:r>
              <a:rPr dirty="0"/>
              <a:t> de </a:t>
            </a:r>
            <a:r>
              <a:rPr dirty="0" err="1"/>
              <a:t>baixo</a:t>
            </a:r>
            <a:r>
              <a:rPr dirty="0"/>
              <a:t> </a:t>
            </a:r>
            <a:r>
              <a:rPr dirty="0" err="1"/>
              <a:t>custo</a:t>
            </a:r>
            <a:r>
              <a:rPr dirty="0"/>
              <a:t> para </a:t>
            </a:r>
            <a:r>
              <a:rPr dirty="0" err="1"/>
              <a:t>cooperativas</a:t>
            </a:r>
            <a:r>
              <a:rPr dirty="0"/>
              <a:t> de </a:t>
            </a:r>
            <a:r>
              <a:rPr dirty="0" err="1"/>
              <a:t>catadores</a:t>
            </a:r>
            <a:r>
              <a:rPr lang="pt-BR" dirty="0"/>
              <a:t>.</a:t>
            </a:r>
          </a:p>
          <a:p>
            <a:pPr marL="0" indent="0">
              <a:buNone/>
            </a:pPr>
            <a:r>
              <a:rPr dirty="0" err="1"/>
              <a:t>Aumentar</a:t>
            </a:r>
            <a:r>
              <a:rPr dirty="0"/>
              <a:t> </a:t>
            </a:r>
            <a:r>
              <a:rPr dirty="0" err="1"/>
              <a:t>precisão</a:t>
            </a:r>
            <a:r>
              <a:rPr dirty="0"/>
              <a:t>, </a:t>
            </a:r>
            <a:r>
              <a:rPr dirty="0" err="1"/>
              <a:t>segurança</a:t>
            </a:r>
            <a:r>
              <a:rPr dirty="0"/>
              <a:t> e </a:t>
            </a:r>
            <a:r>
              <a:rPr dirty="0" err="1"/>
              <a:t>produtividade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Contexto e Problema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Brasil</a:t>
            </a:r>
            <a:r>
              <a:rPr dirty="0"/>
              <a:t> ger</a:t>
            </a:r>
            <a:r>
              <a:rPr lang="pt-BR" dirty="0"/>
              <a:t>ou</a:t>
            </a:r>
            <a:r>
              <a:rPr dirty="0"/>
              <a:t> </a:t>
            </a:r>
            <a:r>
              <a:rPr dirty="0" err="1"/>
              <a:t>mais</a:t>
            </a:r>
            <a:r>
              <a:rPr dirty="0"/>
              <a:t> de 80 </a:t>
            </a:r>
            <a:r>
              <a:rPr dirty="0" err="1"/>
              <a:t>milhões</a:t>
            </a:r>
            <a:r>
              <a:rPr dirty="0"/>
              <a:t> de </a:t>
            </a:r>
            <a:r>
              <a:rPr dirty="0" err="1"/>
              <a:t>toneladas</a:t>
            </a:r>
            <a:r>
              <a:rPr dirty="0"/>
              <a:t> de </a:t>
            </a:r>
            <a:r>
              <a:rPr dirty="0" err="1"/>
              <a:t>resíduos</a:t>
            </a:r>
            <a:r>
              <a:rPr dirty="0"/>
              <a:t> (2023)</a:t>
            </a:r>
          </a:p>
          <a:p>
            <a:r>
              <a:rPr dirty="0"/>
              <a:t>Menos de 9% é </a:t>
            </a:r>
            <a:r>
              <a:rPr dirty="0" err="1"/>
              <a:t>reciclado</a:t>
            </a:r>
            <a:endParaRPr dirty="0"/>
          </a:p>
          <a:p>
            <a:r>
              <a:rPr lang="pt-BR" dirty="0"/>
              <a:t>Pouco mais de 90% da separação é feito </a:t>
            </a:r>
            <a:r>
              <a:rPr dirty="0" err="1"/>
              <a:t>manua</a:t>
            </a:r>
            <a:r>
              <a:rPr lang="pt-BR" dirty="0" err="1"/>
              <a:t>lmente</a:t>
            </a:r>
            <a:endParaRPr dirty="0"/>
          </a:p>
          <a:p>
            <a:r>
              <a:rPr dirty="0" err="1"/>
              <a:t>Condições</a:t>
            </a:r>
            <a:r>
              <a:rPr dirty="0"/>
              <a:t> </a:t>
            </a:r>
            <a:r>
              <a:rPr dirty="0" err="1"/>
              <a:t>precárias</a:t>
            </a:r>
            <a:r>
              <a:rPr dirty="0"/>
              <a:t> e </a:t>
            </a:r>
            <a:r>
              <a:rPr dirty="0" err="1"/>
              <a:t>baixa</a:t>
            </a:r>
            <a:r>
              <a:rPr dirty="0"/>
              <a:t> </a:t>
            </a:r>
            <a:r>
              <a:rPr dirty="0" err="1"/>
              <a:t>eficiência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Tecnologias Utilizadas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</a:t>
            </a:r>
            <a:r>
              <a:rPr dirty="0" err="1"/>
              <a:t>Visão</a:t>
            </a:r>
            <a:r>
              <a:rPr dirty="0"/>
              <a:t> </a:t>
            </a:r>
            <a:r>
              <a:rPr dirty="0" err="1"/>
              <a:t>Computacional</a:t>
            </a:r>
            <a:endParaRPr dirty="0"/>
          </a:p>
          <a:p>
            <a:r>
              <a:rPr dirty="0" err="1"/>
              <a:t>Inteligência</a:t>
            </a:r>
            <a:r>
              <a:rPr dirty="0"/>
              <a:t> Artificial (YOLOv5n)</a:t>
            </a:r>
          </a:p>
          <a:p>
            <a:r>
              <a:rPr dirty="0"/>
              <a:t>Python</a:t>
            </a:r>
            <a:r>
              <a:rPr lang="pt-BR" dirty="0"/>
              <a:t>,</a:t>
            </a:r>
            <a:r>
              <a:rPr dirty="0"/>
              <a:t> </a:t>
            </a:r>
            <a:r>
              <a:rPr dirty="0" err="1"/>
              <a:t>PyTorch</a:t>
            </a:r>
            <a:endParaRPr dirty="0"/>
          </a:p>
          <a:p>
            <a:r>
              <a:rPr dirty="0"/>
              <a:t>Webcam para </a:t>
            </a:r>
            <a:r>
              <a:rPr dirty="0" err="1"/>
              <a:t>captura</a:t>
            </a:r>
            <a:r>
              <a:rPr lang="pt-BR" dirty="0"/>
              <a:t> das imagens</a:t>
            </a:r>
            <a:endParaRPr dirty="0"/>
          </a:p>
          <a:p>
            <a:r>
              <a:rPr dirty="0"/>
              <a:t>Arduino UNO</a:t>
            </a:r>
            <a:r>
              <a:rPr lang="pt-BR" dirty="0"/>
              <a:t>,</a:t>
            </a:r>
            <a:r>
              <a:rPr dirty="0"/>
              <a:t> Ponte H</a:t>
            </a:r>
            <a:r>
              <a:rPr lang="pt-BR" dirty="0"/>
              <a:t>,</a:t>
            </a:r>
            <a:r>
              <a:rPr dirty="0"/>
              <a:t> </a:t>
            </a:r>
            <a:r>
              <a:rPr dirty="0" err="1"/>
              <a:t>Motores</a:t>
            </a:r>
            <a:r>
              <a:rPr lang="pt-BR" dirty="0"/>
              <a:t> e Atuadores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Escolha do Modelo de 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 err="1"/>
              <a:t>Comparação</a:t>
            </a:r>
            <a:r>
              <a:rPr dirty="0"/>
              <a:t> entre </a:t>
            </a:r>
            <a:r>
              <a:rPr dirty="0" err="1"/>
              <a:t>modelos</a:t>
            </a:r>
            <a:r>
              <a:rPr dirty="0"/>
              <a:t>:</a:t>
            </a:r>
          </a:p>
          <a:p>
            <a:r>
              <a:rPr dirty="0"/>
              <a:t>YOLOv5n → </a:t>
            </a:r>
            <a:r>
              <a:rPr dirty="0" err="1"/>
              <a:t>leve</a:t>
            </a:r>
            <a:r>
              <a:rPr dirty="0"/>
              <a:t>, </a:t>
            </a:r>
            <a:r>
              <a:rPr dirty="0" err="1"/>
              <a:t>rápido</a:t>
            </a:r>
            <a:r>
              <a:rPr dirty="0"/>
              <a:t>, ideal para </a:t>
            </a:r>
            <a:r>
              <a:rPr dirty="0" err="1"/>
              <a:t>baixo</a:t>
            </a:r>
            <a:r>
              <a:rPr dirty="0"/>
              <a:t> </a:t>
            </a:r>
            <a:r>
              <a:rPr dirty="0" err="1"/>
              <a:t>custo</a:t>
            </a:r>
            <a:endParaRPr dirty="0"/>
          </a:p>
          <a:p>
            <a:r>
              <a:rPr dirty="0"/>
              <a:t>SSD </a:t>
            </a:r>
            <a:r>
              <a:rPr dirty="0" err="1"/>
              <a:t>MobileNet</a:t>
            </a:r>
            <a:r>
              <a:rPr dirty="0"/>
              <a:t> → </a:t>
            </a:r>
            <a:r>
              <a:rPr dirty="0" err="1"/>
              <a:t>mais</a:t>
            </a:r>
            <a:r>
              <a:rPr dirty="0"/>
              <a:t> lento</a:t>
            </a:r>
          </a:p>
          <a:p>
            <a:r>
              <a:rPr dirty="0"/>
              <a:t>Faster R-CNN → </a:t>
            </a:r>
            <a:r>
              <a:rPr dirty="0" err="1"/>
              <a:t>muito</a:t>
            </a:r>
            <a:r>
              <a:rPr dirty="0"/>
              <a:t> </a:t>
            </a:r>
            <a:r>
              <a:rPr dirty="0" err="1"/>
              <a:t>preciso</a:t>
            </a:r>
            <a:r>
              <a:rPr dirty="0"/>
              <a:t>, </a:t>
            </a:r>
            <a:r>
              <a:rPr dirty="0" err="1"/>
              <a:t>porém</a:t>
            </a:r>
            <a:r>
              <a:rPr dirty="0"/>
              <a:t> </a:t>
            </a:r>
            <a:r>
              <a:rPr dirty="0" err="1"/>
              <a:t>pesado</a:t>
            </a:r>
            <a:endParaRPr dirty="0"/>
          </a:p>
          <a:p>
            <a:endParaRPr dirty="0"/>
          </a:p>
          <a:p>
            <a:r>
              <a:rPr b="1" dirty="0"/>
              <a:t>Modelo </a:t>
            </a:r>
            <a:r>
              <a:rPr b="1" dirty="0" err="1"/>
              <a:t>escolhido</a:t>
            </a:r>
            <a:r>
              <a:rPr b="1" dirty="0"/>
              <a:t>: </a:t>
            </a:r>
            <a:r>
              <a:rPr lang="pt-BR" b="1" dirty="0"/>
              <a:t> </a:t>
            </a:r>
            <a:r>
              <a:rPr b="1" dirty="0"/>
              <a:t>YOLOv5n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Coleta de dados e treinamento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Coleta de dados (</a:t>
            </a:r>
            <a:r>
              <a:rPr dirty="0" err="1"/>
              <a:t>TrashNet</a:t>
            </a:r>
            <a:r>
              <a:rPr dirty="0"/>
              <a:t> + COCO)</a:t>
            </a:r>
          </a:p>
          <a:p>
            <a:r>
              <a:rPr dirty="0" err="1"/>
              <a:t>Anotação</a:t>
            </a:r>
            <a:r>
              <a:rPr dirty="0"/>
              <a:t> via </a:t>
            </a:r>
            <a:r>
              <a:rPr dirty="0" err="1"/>
              <a:t>LabelImg</a:t>
            </a:r>
            <a:r>
              <a:rPr dirty="0"/>
              <a:t> / </a:t>
            </a:r>
            <a:r>
              <a:rPr dirty="0" err="1"/>
              <a:t>Roboflow</a:t>
            </a:r>
            <a:endParaRPr dirty="0"/>
          </a:p>
          <a:p>
            <a:r>
              <a:rPr dirty="0" err="1"/>
              <a:t>Treinamento</a:t>
            </a:r>
            <a:r>
              <a:rPr dirty="0"/>
              <a:t> com data augmentation</a:t>
            </a:r>
          </a:p>
          <a:p>
            <a:r>
              <a:rPr dirty="0"/>
              <a:t>Testes </a:t>
            </a:r>
            <a:r>
              <a:rPr dirty="0" err="1"/>
              <a:t>simulados</a:t>
            </a:r>
            <a:r>
              <a:rPr dirty="0"/>
              <a:t> com </a:t>
            </a:r>
            <a:r>
              <a:rPr dirty="0" err="1"/>
              <a:t>métricas</a:t>
            </a:r>
            <a:r>
              <a:rPr dirty="0"/>
              <a:t> de </a:t>
            </a:r>
            <a:r>
              <a:rPr dirty="0" err="1"/>
              <a:t>desempenho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Arquitetura do Sistema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1. </a:t>
            </a:r>
            <a:r>
              <a:rPr lang="pt-BR" dirty="0"/>
              <a:t> </a:t>
            </a:r>
            <a:r>
              <a:rPr dirty="0" err="1"/>
              <a:t>Captura</a:t>
            </a:r>
            <a:r>
              <a:rPr dirty="0"/>
              <a:t> de </a:t>
            </a:r>
            <a:r>
              <a:rPr dirty="0" err="1"/>
              <a:t>imagem</a:t>
            </a:r>
            <a:r>
              <a:rPr dirty="0"/>
              <a:t> (Webcam)</a:t>
            </a:r>
          </a:p>
          <a:p>
            <a:pPr marL="0" indent="0">
              <a:buNone/>
            </a:pPr>
            <a:r>
              <a:rPr dirty="0"/>
              <a:t>2. </a:t>
            </a:r>
            <a:r>
              <a:rPr lang="pt-BR" dirty="0"/>
              <a:t> </a:t>
            </a:r>
            <a:r>
              <a:rPr dirty="0" err="1"/>
              <a:t>Processamento</a:t>
            </a:r>
            <a:r>
              <a:rPr dirty="0"/>
              <a:t> no YOLOv5n</a:t>
            </a:r>
          </a:p>
          <a:p>
            <a:pPr marL="0" indent="0">
              <a:buNone/>
            </a:pPr>
            <a:r>
              <a:rPr dirty="0"/>
              <a:t>3. </a:t>
            </a:r>
            <a:r>
              <a:rPr lang="pt-BR" dirty="0"/>
              <a:t> </a:t>
            </a:r>
            <a:r>
              <a:rPr dirty="0" err="1"/>
              <a:t>Envio</a:t>
            </a:r>
            <a:r>
              <a:rPr dirty="0"/>
              <a:t> da </a:t>
            </a:r>
            <a:r>
              <a:rPr dirty="0" err="1"/>
              <a:t>classe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Arduino</a:t>
            </a:r>
          </a:p>
          <a:p>
            <a:pPr marL="0" indent="0">
              <a:buNone/>
            </a:pPr>
            <a:r>
              <a:rPr dirty="0"/>
              <a:t>4. </a:t>
            </a:r>
            <a:r>
              <a:rPr lang="pt-BR" dirty="0"/>
              <a:t> </a:t>
            </a:r>
            <a:r>
              <a:rPr dirty="0" err="1"/>
              <a:t>Acionamento</a:t>
            </a:r>
            <a:r>
              <a:rPr dirty="0"/>
              <a:t> dos </a:t>
            </a:r>
            <a:r>
              <a:rPr dirty="0" err="1"/>
              <a:t>atuadores</a:t>
            </a:r>
            <a:endParaRPr dirty="0"/>
          </a:p>
          <a:p>
            <a:pPr marL="0" indent="0">
              <a:buNone/>
            </a:pPr>
            <a:r>
              <a:rPr dirty="0"/>
              <a:t>5. </a:t>
            </a:r>
            <a:r>
              <a:rPr lang="pt-BR" dirty="0"/>
              <a:t> </a:t>
            </a:r>
            <a:r>
              <a:rPr dirty="0" err="1"/>
              <a:t>Separação</a:t>
            </a:r>
            <a:r>
              <a:rPr dirty="0"/>
              <a:t> </a:t>
            </a:r>
            <a:r>
              <a:rPr dirty="0" err="1"/>
              <a:t>automática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esteira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Resultados (Simulações)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Precisão</a:t>
            </a:r>
            <a:r>
              <a:rPr dirty="0"/>
              <a:t> </a:t>
            </a:r>
            <a:r>
              <a:rPr dirty="0" err="1"/>
              <a:t>média</a:t>
            </a:r>
            <a:r>
              <a:rPr dirty="0"/>
              <a:t> superior a 85%</a:t>
            </a:r>
          </a:p>
          <a:p>
            <a:r>
              <a:rPr dirty="0" err="1"/>
              <a:t>Inferência</a:t>
            </a:r>
            <a:r>
              <a:rPr dirty="0"/>
              <a:t> &lt; 1 </a:t>
            </a:r>
            <a:r>
              <a:rPr dirty="0" err="1"/>
              <a:t>segundo</a:t>
            </a:r>
            <a:endParaRPr dirty="0"/>
          </a:p>
          <a:p>
            <a:r>
              <a:rPr dirty="0"/>
              <a:t>Boa performance </a:t>
            </a:r>
            <a:r>
              <a:rPr dirty="0" err="1"/>
              <a:t>em</a:t>
            </a:r>
            <a:r>
              <a:rPr dirty="0"/>
              <a:t> hardware </a:t>
            </a:r>
            <a:r>
              <a:rPr dirty="0" err="1"/>
              <a:t>limitado</a:t>
            </a:r>
            <a:endParaRPr dirty="0"/>
          </a:p>
          <a:p>
            <a:r>
              <a:rPr dirty="0" err="1"/>
              <a:t>Erros</a:t>
            </a:r>
            <a:r>
              <a:rPr dirty="0"/>
              <a:t> </a:t>
            </a:r>
            <a:r>
              <a:rPr dirty="0" err="1"/>
              <a:t>maiores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objetos</a:t>
            </a:r>
            <a:r>
              <a:rPr dirty="0"/>
              <a:t> </a:t>
            </a:r>
            <a:r>
              <a:rPr dirty="0" err="1"/>
              <a:t>visualmente</a:t>
            </a:r>
            <a:r>
              <a:rPr dirty="0"/>
              <a:t> </a:t>
            </a:r>
            <a:r>
              <a:rPr dirty="0" err="1"/>
              <a:t>ambíguos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Análise de Custo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Custo</a:t>
            </a:r>
            <a:r>
              <a:rPr dirty="0"/>
              <a:t> total </a:t>
            </a:r>
            <a:r>
              <a:rPr dirty="0" err="1"/>
              <a:t>estimado</a:t>
            </a:r>
            <a:r>
              <a:rPr dirty="0"/>
              <a:t>: </a:t>
            </a:r>
            <a:r>
              <a:rPr lang="pt-BR" dirty="0"/>
              <a:t> </a:t>
            </a:r>
            <a:r>
              <a:rPr dirty="0"/>
              <a:t>R$ </a:t>
            </a:r>
            <a:r>
              <a:rPr lang="pt-BR" dirty="0"/>
              <a:t>1.045</a:t>
            </a:r>
            <a:r>
              <a:rPr dirty="0"/>
              <a:t>,00</a:t>
            </a:r>
          </a:p>
          <a:p>
            <a:r>
              <a:rPr dirty="0"/>
              <a:t>Economia mensal: </a:t>
            </a:r>
            <a:r>
              <a:rPr lang="pt-BR" dirty="0"/>
              <a:t> </a:t>
            </a:r>
            <a:r>
              <a:rPr dirty="0"/>
              <a:t>R$ 300,00</a:t>
            </a:r>
          </a:p>
          <a:p>
            <a:r>
              <a:rPr dirty="0"/>
              <a:t>ROI </a:t>
            </a:r>
            <a:r>
              <a:rPr dirty="0" err="1"/>
              <a:t>previsto</a:t>
            </a:r>
            <a:r>
              <a:rPr dirty="0"/>
              <a:t>: </a:t>
            </a:r>
            <a:r>
              <a:rPr dirty="0" err="1"/>
              <a:t>cerca</a:t>
            </a:r>
            <a:r>
              <a:rPr dirty="0"/>
              <a:t> de </a:t>
            </a:r>
            <a:r>
              <a:rPr lang="pt-BR"/>
              <a:t>4</a:t>
            </a:r>
            <a:r>
              <a:t> </a:t>
            </a:r>
            <a:r>
              <a:rPr dirty="0"/>
              <a:t>meses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Sistema de </a:t>
            </a:r>
            <a:r>
              <a:rPr dirty="0" err="1"/>
              <a:t>triagem</a:t>
            </a:r>
            <a:r>
              <a:rPr dirty="0"/>
              <a:t> </a:t>
            </a:r>
            <a:r>
              <a:rPr dirty="0" err="1"/>
              <a:t>automatizada</a:t>
            </a:r>
            <a:r>
              <a:rPr dirty="0"/>
              <a:t> </a:t>
            </a:r>
            <a:r>
              <a:rPr dirty="0" err="1"/>
              <a:t>viável</a:t>
            </a:r>
            <a:endParaRPr dirty="0"/>
          </a:p>
          <a:p>
            <a:r>
              <a:rPr lang="pt-BR" dirty="0"/>
              <a:t>Ótimo custo beneficio pois é </a:t>
            </a:r>
            <a:r>
              <a:rPr dirty="0" err="1"/>
              <a:t>eficiente</a:t>
            </a:r>
            <a:r>
              <a:rPr dirty="0"/>
              <a:t> e </a:t>
            </a:r>
            <a:r>
              <a:rPr dirty="0" err="1"/>
              <a:t>acessível</a:t>
            </a:r>
            <a:endParaRPr dirty="0"/>
          </a:p>
          <a:p>
            <a:r>
              <a:rPr lang="pt-BR" dirty="0"/>
              <a:t>Maior segurança para os funcionários</a:t>
            </a:r>
          </a:p>
          <a:p>
            <a:r>
              <a:rPr lang="pt-BR" dirty="0"/>
              <a:t>E torna o processo muito mais rápido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eria">
  <a:themeElements>
    <a:clrScheme name="Galeria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eria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ia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TM10001114[[fn=Galeria]]</Template>
  <TotalTime>52</TotalTime>
  <Words>298</Words>
  <Application>Microsoft Office PowerPoint</Application>
  <PresentationFormat>Apresentação na tela (4:3)</PresentationFormat>
  <Paragraphs>52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3" baseType="lpstr">
      <vt:lpstr>Arial</vt:lpstr>
      <vt:lpstr>Gill Sans MT</vt:lpstr>
      <vt:lpstr>Galeria</vt:lpstr>
      <vt:lpstr>Desenvolvimento do Sistema de Triagem de Resíduos Utilizando IA e Visão Computacional</vt:lpstr>
      <vt:lpstr>Objetivo do Projeto</vt:lpstr>
      <vt:lpstr>Contexto e Problema</vt:lpstr>
      <vt:lpstr>Tecnologias Utilizadas</vt:lpstr>
      <vt:lpstr>Escolha do Modelo de IA</vt:lpstr>
      <vt:lpstr>Coleta de dados e treinamento</vt:lpstr>
      <vt:lpstr>Arquitetura do Sistema</vt:lpstr>
      <vt:lpstr>Resultados (Simulações)</vt:lpstr>
      <vt:lpstr>Análise de Custo</vt:lpstr>
      <vt:lpstr>Conclusão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Clayton Maciel Tancredo</dc:creator>
  <cp:keywords/>
  <dc:description>generated using python-pptx</dc:description>
  <cp:lastModifiedBy>Clayton Maciel Tancredo</cp:lastModifiedBy>
  <cp:revision>3</cp:revision>
  <dcterms:created xsi:type="dcterms:W3CDTF">2013-01-27T09:14:16Z</dcterms:created>
  <dcterms:modified xsi:type="dcterms:W3CDTF">2025-11-15T04:45:47Z</dcterms:modified>
  <cp:category/>
</cp:coreProperties>
</file>